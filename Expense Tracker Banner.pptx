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" d="100"/>
          <a:sy n="15" d="100"/>
        </p:scale>
        <p:origin x="1426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3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3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49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0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1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85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86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92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6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35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0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B1F61-8440-4F89-85CA-1A0C45B08BD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93BEC-4235-433E-9331-C8715D997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4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vamthakur459459-cmd/Expense-Tracker-Project-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pense-tracker-project-byshivamthakur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CC3C47-8724-1CA8-0F1F-3B9CF8C51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35999738" cy="364569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391C54-5E51-C23F-A16B-9084B51D2575}"/>
              </a:ext>
            </a:extLst>
          </p:cNvPr>
          <p:cNvSpPr txBox="1"/>
          <p:nvPr/>
        </p:nvSpPr>
        <p:spPr>
          <a:xfrm>
            <a:off x="9689703" y="1625600"/>
            <a:ext cx="1662033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0" b="1" dirty="0">
                <a:solidFill>
                  <a:schemeClr val="accent6">
                    <a:lumMod val="50000"/>
                  </a:schemeClr>
                </a:solidFill>
              </a:rPr>
              <a:t>Expense Tracker System</a:t>
            </a:r>
            <a:endParaRPr lang="en-IN" sz="1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A9408-A98F-80A2-BA19-8DC6AA144A38}"/>
              </a:ext>
            </a:extLst>
          </p:cNvPr>
          <p:cNvSpPr txBox="1"/>
          <p:nvPr/>
        </p:nvSpPr>
        <p:spPr>
          <a:xfrm>
            <a:off x="647304" y="12461889"/>
            <a:ext cx="7429896" cy="1154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US" sz="6600" b="1" dirty="0"/>
              <a:t>Introduction Of Project </a:t>
            </a:r>
          </a:p>
          <a:p>
            <a:pPr algn="ctr"/>
            <a:endParaRPr lang="en-US" sz="7200" dirty="0"/>
          </a:p>
          <a:p>
            <a:r>
              <a:rPr lang="en-US" sz="6000" dirty="0"/>
              <a:t>The Expense Tracker System helps users record daily expenses easily . It shows how much money is spent in different categories and helps users manage their budget in better 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80C1C-6186-C9EE-1A36-5EECE7686599}"/>
              </a:ext>
            </a:extLst>
          </p:cNvPr>
          <p:cNvSpPr txBox="1"/>
          <p:nvPr/>
        </p:nvSpPr>
        <p:spPr>
          <a:xfrm>
            <a:off x="8724505" y="12520796"/>
            <a:ext cx="8310166" cy="15327273"/>
          </a:xfrm>
          <a:prstGeom prst="rect">
            <a:avLst/>
          </a:prstGeom>
          <a:noFill/>
        </p:spPr>
        <p:txBody>
          <a:bodyPr wrap="square" lIns="72000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§"/>
            </a:pPr>
            <a:r>
              <a:rPr lang="en-US" sz="6600" b="1" dirty="0"/>
              <a:t>Working of Project</a:t>
            </a:r>
          </a:p>
          <a:p>
            <a:endParaRPr lang="en-US" sz="7200" b="1" dirty="0"/>
          </a:p>
          <a:p>
            <a:endParaRPr lang="en-US" sz="7200" b="1" dirty="0"/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6000" dirty="0"/>
              <a:t>User</a:t>
            </a:r>
            <a:r>
              <a:rPr lang="en-US" sz="6000" b="1" dirty="0"/>
              <a:t> </a:t>
            </a:r>
            <a:r>
              <a:rPr lang="en-US" sz="6000" dirty="0"/>
              <a:t>logs into the system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6000" dirty="0"/>
              <a:t>User adds daily expenses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6000" dirty="0"/>
              <a:t>Expenses are saved in database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6000" dirty="0"/>
              <a:t>User sets monthly budget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6000" dirty="0"/>
              <a:t>System shows total, average, and charts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US" sz="6000" dirty="0"/>
              <a:t>Warning is shown when budget is exceeded</a:t>
            </a:r>
            <a:endParaRPr lang="en-IN" sz="6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EB148B-A823-B72D-0E12-4E10A7A67176}"/>
              </a:ext>
            </a:extLst>
          </p:cNvPr>
          <p:cNvSpPr txBox="1"/>
          <p:nvPr/>
        </p:nvSpPr>
        <p:spPr>
          <a:xfrm>
            <a:off x="18232834" y="12520796"/>
            <a:ext cx="8077200" cy="1246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§"/>
            </a:pPr>
            <a:r>
              <a:rPr lang="en-US" sz="6600" b="1" dirty="0"/>
              <a:t>Applications Of Project</a:t>
            </a:r>
          </a:p>
          <a:p>
            <a:endParaRPr lang="en-US" sz="7200" b="1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Tracks daily and monthly expenses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Helps control unnecessary spending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Improves financial planning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Shows expense analysis using charts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Useful for students and individuals</a:t>
            </a:r>
            <a:endParaRPr lang="en-IN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0336E3-2B43-4A55-8D8A-EF821C2B4FAC}"/>
              </a:ext>
            </a:extLst>
          </p:cNvPr>
          <p:cNvSpPr txBox="1"/>
          <p:nvPr/>
        </p:nvSpPr>
        <p:spPr>
          <a:xfrm>
            <a:off x="27275233" y="12461889"/>
            <a:ext cx="8077200" cy="1505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§"/>
            </a:pPr>
            <a:r>
              <a:rPr lang="en-US" sz="6600" b="1" dirty="0"/>
              <a:t>Future Scope and Other Factors</a:t>
            </a:r>
          </a:p>
          <a:p>
            <a:pPr algn="just"/>
            <a:endParaRPr lang="en-US" sz="6000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OTP based secure login system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Email alert when budget is exceeded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Mobile application support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AI based expense prediction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b="1" dirty="0"/>
              <a:t>Note: </a:t>
            </a:r>
            <a:r>
              <a:rPr lang="en-US" sz="6000" dirty="0"/>
              <a:t>Email alert feature is planned but currently not working due to limitations of free hosting service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79EEA-F831-D64C-1B14-0C3702C7F027}"/>
              </a:ext>
            </a:extLst>
          </p:cNvPr>
          <p:cNvSpPr txBox="1"/>
          <p:nvPr/>
        </p:nvSpPr>
        <p:spPr>
          <a:xfrm>
            <a:off x="647304" y="8151669"/>
            <a:ext cx="34705129" cy="3046988"/>
          </a:xfrm>
          <a:prstGeom prst="rect">
            <a:avLst/>
          </a:prstGeom>
          <a:noFill/>
        </p:spPr>
        <p:txBody>
          <a:bodyPr wrap="square" lIns="72000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§"/>
            </a:pPr>
            <a:r>
              <a:rPr lang="en-US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 </a:t>
            </a:r>
            <a:r>
              <a:rPr lang="en-US" sz="6600" b="1" dirty="0"/>
              <a:t>: </a:t>
            </a:r>
            <a:r>
              <a:rPr lang="en-US" sz="6000" dirty="0"/>
              <a:t>People often forget where their money is spent. Manual expense tracking is difficult and confusing. This causes overspending and poor money management. A simple digital system is needed to track expenses and control budget.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7EEA9-B716-592B-312F-5C82974728B9}"/>
              </a:ext>
            </a:extLst>
          </p:cNvPr>
          <p:cNvSpPr txBox="1"/>
          <p:nvPr/>
        </p:nvSpPr>
        <p:spPr>
          <a:xfrm>
            <a:off x="14599843" y="3842265"/>
            <a:ext cx="11710191" cy="1107996"/>
          </a:xfrm>
          <a:prstGeom prst="rect">
            <a:avLst/>
          </a:prstGeom>
          <a:noFill/>
        </p:spPr>
        <p:txBody>
          <a:bodyPr wrap="square" lIns="72000" rtlCol="0">
            <a:spAutoFit/>
          </a:bodyPr>
          <a:lstStyle/>
          <a:p>
            <a:r>
              <a:rPr lang="en-US" sz="6600" b="1" dirty="0"/>
              <a:t>PROJECT CODE :-</a:t>
            </a:r>
            <a:endParaRPr lang="en-US" sz="6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43F39F-C5A5-1C3D-CD41-75C70655EF4D}"/>
              </a:ext>
            </a:extLst>
          </p:cNvPr>
          <p:cNvSpPr txBox="1"/>
          <p:nvPr/>
        </p:nvSpPr>
        <p:spPr>
          <a:xfrm>
            <a:off x="880269" y="28861942"/>
            <a:ext cx="29447331" cy="6832640"/>
          </a:xfrm>
          <a:prstGeom prst="rect">
            <a:avLst/>
          </a:prstGeom>
          <a:noFill/>
        </p:spPr>
        <p:txBody>
          <a:bodyPr wrap="square" lIns="72000" rtlCol="0">
            <a:spAutoFit/>
          </a:bodyPr>
          <a:lstStyle/>
          <a:p>
            <a:r>
              <a:rPr lang="en-US" sz="7200" b="1" dirty="0"/>
              <a:t>References :  </a:t>
            </a:r>
            <a:endParaRPr lang="en-US" sz="6600" b="1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b="1" dirty="0"/>
              <a:t>GitHub Repository: </a:t>
            </a:r>
            <a:r>
              <a:rPr lang="en-US" sz="6000" dirty="0">
                <a:hlinkClick r:id="rId3"/>
              </a:rPr>
              <a:t>https://github.com/shivamthakur459459-cmd/Expense-Tracker-Project-</a:t>
            </a:r>
            <a:endParaRPr lang="en-US" sz="6000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b="1" dirty="0"/>
              <a:t>Live Project Link: </a:t>
            </a:r>
            <a:r>
              <a:rPr lang="en-US" sz="6000" dirty="0">
                <a:hlinkClick r:id="rId4"/>
              </a:rPr>
              <a:t>https://expense-tracker-project-byshivamthakur</a:t>
            </a:r>
            <a:r>
              <a:rPr lang="en-US" sz="6600" b="1" dirty="0">
                <a:hlinkClick r:id="rId4"/>
              </a:rPr>
              <a:t>.</a:t>
            </a:r>
            <a:r>
              <a:rPr lang="en-US" sz="6000" dirty="0">
                <a:hlinkClick r:id="rId4"/>
              </a:rPr>
              <a:t>onrender.com/</a:t>
            </a:r>
            <a:endParaRPr lang="en-US" sz="6000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Python Programing </a:t>
            </a:r>
            <a:r>
              <a:rPr lang="en-US" sz="6000" dirty="0" err="1"/>
              <a:t>Langauge</a:t>
            </a:r>
            <a:r>
              <a:rPr lang="en-US" sz="6000" dirty="0"/>
              <a:t>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Pandas ,</a:t>
            </a:r>
            <a:r>
              <a:rPr lang="en-US" sz="6000" dirty="0" err="1"/>
              <a:t>Numpy</a:t>
            </a:r>
            <a:r>
              <a:rPr lang="en-US" sz="6000" dirty="0"/>
              <a:t> &amp; Matplotlib Libraries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 err="1"/>
              <a:t>Streamlit</a:t>
            </a:r>
            <a:r>
              <a:rPr lang="en-US" sz="6000" dirty="0"/>
              <a:t> For Web Interface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SQL Lite Database </a:t>
            </a:r>
          </a:p>
        </p:txBody>
      </p:sp>
    </p:spTree>
    <p:extLst>
      <p:ext uri="{BB962C8B-B14F-4D97-AF65-F5344CB8AC3E}">
        <p14:creationId xmlns:p14="http://schemas.microsoft.com/office/powerpoint/2010/main" val="1485322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</TotalTime>
  <Words>225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thakur</dc:creator>
  <cp:lastModifiedBy>shivam thakur</cp:lastModifiedBy>
  <cp:revision>2</cp:revision>
  <dcterms:created xsi:type="dcterms:W3CDTF">2026-01-21T15:15:06Z</dcterms:created>
  <dcterms:modified xsi:type="dcterms:W3CDTF">2026-01-21T16:25:54Z</dcterms:modified>
</cp:coreProperties>
</file>